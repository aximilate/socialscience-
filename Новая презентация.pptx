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f18f332ac7244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f18f332ac7244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f18f332ac7244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f18f332ac7244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f18f332ac7244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f18f332ac7244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Одомашнивание собаки: первый и главный союз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647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0" y="3626725"/>
            <a:ext cx="91440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/>
              <a:t>Одомашнивание собаки: первый и главный союз</a:t>
            </a:r>
            <a:endParaRPr b="1" sz="3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0" y="4872038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6" y="361950"/>
            <a:ext cx="68580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2365350" y="2571762"/>
            <a:ext cx="44133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Собака — первое животное, которое приручил человек. Это произошло 20–40 тысяч лет назад. Менее агрессивные волки стали держаться рядом со стоянками людей, питаясь объедками. Выживали самые дружелюбные и способные «читать» поведение человека.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1034" y="235748"/>
            <a:ext cx="3646732" cy="233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0" y="235750"/>
            <a:ext cx="3795600" cy="3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Рядом с людьми волк изменился. Уменьшился мозг, укоротилась морда, появилась способность лаять и усваивать углеводы. Это проявления «синдрома одомашнивания».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Затем человек начал целенаправленно выводить породы: охотничьих, пастушьих, сторожевых и декоративных собак.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5325" y="3321843"/>
            <a:ext cx="3243850" cy="182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0" y="2038350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7777" l="0" r="0" t="7777"/>
          <a:stretch/>
        </p:blipFill>
        <p:spPr>
          <a:xfrm>
            <a:off x="1206437" y="0"/>
            <a:ext cx="6731135" cy="37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261938" y="4122000"/>
            <a:ext cx="80520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Так из дикого зверя получился универсальный помощник и компаньон. Союз человека и собаки стал моделью успешного симбиоза, изменившего оба вида.</a:t>
            </a:r>
            <a:endParaRPr b="1"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